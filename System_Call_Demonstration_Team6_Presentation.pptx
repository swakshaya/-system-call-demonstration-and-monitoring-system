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SYSTEM CALL DEMONSTRATION</a:t>
            </a:r>
            <a:br/>
            <a:r>
              <a:t>AND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Operating Systems / Systems Programming Project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Section No.: 7  |  Team No.: 6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K. Swathi Sree — 2520030410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Y. Akshaya — 2520030577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P. Asritha Chowdary — 2520030592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A Linux-based practical learning system that demonstrates how user programs interact with the operating-system kernel through system calls.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project combines C programming, Linux system calls, process management, file operations, and system monitoring in a single terminal-based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OS concepts such as process creation, execution, synchronization, and file operations are often learned theoretically.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Internal system activity is not always visible to beginners.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Students need a simple practical environment to execute and observe system-level operations.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This project provides hands-on demonstrations and monitoring of Linux system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1. Demonstrate important Linux system calls practically.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2. Understand user-space and kernel interaction.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3. Demonstrate process creation using fork().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4. Execute programs using exec().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5. Demonstrate synchronization using wait().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6. Perform file operations using open(), read(), and write().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7. Monitor processes using ps and top.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8. Trace system calls using strace.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SYSTEM ARCHITECTURE /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User Input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Terminal Menu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C Program Modules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System Call Invocation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Linux Kernel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Process / File / Monitoring Operation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      ↓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Terminal Output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IMPLEMENTED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1. Process Creation — fork() + wait()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2. Program Execution — exec()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3. File Operations — open() + read() + write()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4. Process Monitoring — ps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5. System Monitoring — top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6. System Call Tracing — strace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7. Complete Demonstration — integrated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PROCESS CREATION: fork() + wait()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fork() creates a child process from the parent process.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getpid() displays the current process ID.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getppid() displays the parent process ID.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parent uses wait() to synchronize with the child.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program displays parent-child execution behavior in the terminal.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PROGRAM EXECUTION: exec()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A child process is created using fork().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execlp() replaces the child process image with the requested command.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project demonstrates execution of 'ls -l'.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parent waits until the child finishes.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Key concept: fork() creates a process; exec() loads a new program into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FILE SYSTEM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file module demonstrates low-level Linux file operations: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open() — opens/creates the file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write() — writes user-provided data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read() — reads stored data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close() — closes the file descriptor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Demo file: systemcall_demo.txt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PROCESS &amp; SYSTEM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Process Monitoring: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ps -f displays process information.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System Monitoring: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top provides an interactive view of running processes and resource usage.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These tools allow students to connect the C program's behavior with visible Linux process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SYSTEM CALL TRACING — STRACE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strace is used to observe system calls made by a program.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project runs: strace -c ls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The output summarizes system-call activity.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This helps connect user-level commands with kernel services.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If required in Ubuntu: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sudo apt install strace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TECHNOLOGIES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Programming Language: C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Operating System: Linux / Ubuntu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Compiler: GCC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Editor: VS Code / Gedit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Monitoring &amp; Tracing: ps, top, strace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POSIX/Linux APIs: fork(), exec(), wait(), open(), read(), write()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Version Control &amp; Documentation: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implementation is organized into functions for each demonstration.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Main menu → selects a module → invokes the required Linux API/tool → displays the result → returns to the menu.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program is terminal-based, so the complete demonstration can be presented directly in Ubuntu without a web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EXPECTED OUTPUT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During the presentation, the team can demonstrate: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1. Parent and child PIDs using fork().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2. Child execution using exec().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3. Writing and reading a file using system calls.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4. Process information using ps.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5. Live system monitoring using top.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6. System-call statistics using strace.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output provides direct visual evidence of the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project is expected to provide a practical understanding of how user-level programs interact with the Linux kernel.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Students can observe process creation, program execution, synchronization, file handling, process monitoring, and system-call tracing through hands-on execution.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final system acts as a practical learning platform for Operating Systems and Systems Programming.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K. Swathi Sree — 2520030410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Suggested responsibility: Process management and fork()/wait()/exec() demonstrations.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Y. Akshaya — 2520030577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Suggested responsibility: File operations, monitoring, and system-call tracing.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P. Asritha Chowdary — 2520030592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Suggested responsibility: Integration, testing, documentation, and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CONCLUSION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The System Call Demonstration and Monitoring System provides a practical Linux environment for understanding system calls and OS-level operations through C.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FUTURE SCOPE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Add more system calls such as pipe(), dup(), kill(), mmap(), and signals.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Add graphical visualization of process relationships.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Add automated experiment reports.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• Add richer system-resource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SYSTEM CALL DEMONSTRATION AND MONITORING SYSTEM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Section 7 | Team 6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K. Swathi Sree — 2520030410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Y. Akshaya — 2520030577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</a:defRPr>
            </a:pPr>
            <a:r>
              <a:t>P. Asritha Chowdary — 2520030592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System Call Demonstration and Monitoring System  |  Team 6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